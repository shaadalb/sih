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Franklin Gothic" panose="020B0604020202020204" charset="0"/>
      <p:regular r:id="rId7"/>
      <p:bold r:id="rId8"/>
    </p:embeddedFont>
    <p:embeddedFont>
      <p:font typeface="Libre Franklin" panose="020B0604020202020204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5250254" y="148172"/>
            <a:ext cx="6461759" cy="11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/>
              <a:t>Basic Details of the Team and Problem Statement</a:t>
            </a:r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5666178" y="1299860"/>
            <a:ext cx="6045835" cy="554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buClr>
                <a:schemeClr val="lt2"/>
              </a:buClr>
              <a:buSzPts val="1800"/>
              <a:buNone/>
            </a:pP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Ministry/Organization Name/Student Innovation: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Ministry of power</a:t>
            </a: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SzPts val="1800"/>
              <a:buNone/>
            </a:pPr>
            <a:r>
              <a:rPr lang="en-US" dirty="0" smtClean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PS </a:t>
            </a: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Code: 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SIH1301</a:t>
            </a:r>
            <a:endParaRPr lang="en-US" dirty="0" smtClean="0"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SzPts val="1800"/>
              <a:buNone/>
            </a:pPr>
            <a:r>
              <a:rPr lang="en-US" dirty="0" smtClean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Problem Statement Title: 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Language translator tool to convert English to Hindi (official Language) which can be used by all the government organizations websites officially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.</a:t>
            </a:r>
            <a:endParaRPr lang="en-US" dirty="0" smtClean="0"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SzPts val="1800"/>
              <a:buNone/>
            </a:pPr>
            <a:r>
              <a:rPr lang="en-US" dirty="0" smtClean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Team </a:t>
            </a: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Name: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S-HAWKZ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SzPts val="1800"/>
              <a:buNone/>
            </a:pPr>
            <a:r>
              <a:rPr lang="en-US" dirty="0" smtClean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Team </a:t>
            </a: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Leader Name: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SHAIK MAHAMMAD THOFIQ</a:t>
            </a:r>
            <a:endParaRPr lang="en-US" sz="1500" dirty="0"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SzPts val="1800"/>
              <a:buNone/>
            </a:pPr>
            <a:r>
              <a:rPr lang="en-US" dirty="0" smtClean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Institute </a:t>
            </a: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Code (AISHE):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U-0474</a:t>
            </a:r>
            <a:endParaRPr lang="en-US" dirty="0"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SzPts val="1800"/>
              <a:buNone/>
            </a:pPr>
            <a:r>
              <a:rPr lang="en-US" dirty="0" smtClean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Institute </a:t>
            </a: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Name: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Sathyabama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Institute of Science &amp; Technology</a:t>
            </a:r>
            <a:endParaRPr lang="en-US" sz="1500" dirty="0"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SzPts val="1800"/>
              <a:buNone/>
            </a:pPr>
            <a:r>
              <a:rPr lang="en-US" dirty="0" smtClean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Theme </a:t>
            </a: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Name: 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Smart Automation</a:t>
            </a:r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13475" y="252206"/>
            <a:ext cx="3330245" cy="167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971550" y="2289363"/>
            <a:ext cx="6024054" cy="337571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DESCRIPTION OF IDEA: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Machine Translation is a cutting-edge technology that employs artificial neural networks to automatically translate text from English to Hindi.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gained immense importance due to the widespread use of these languages, particularly in India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NMT systems, powered by deep learning algorithms, have revolutionized the translation process by providing fast, accurate, and scalable translations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analyze vast bilingual datasets to understand the linguistic patterns and nuances of both English and Hindi.</a:t>
            </a: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lang="en-US" dirty="0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pic>
        <p:nvPicPr>
          <p:cNvPr id="2" name="Picture Placeholder 1" descr="Screenshot 2023-09-13 234648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7515828" y="390960"/>
            <a:ext cx="4297743" cy="2870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"/>
          <p:cNvSpPr txBox="1"/>
          <p:nvPr/>
        </p:nvSpPr>
        <p:spPr>
          <a:xfrm>
            <a:off x="7515828" y="3449955"/>
            <a:ext cx="4572000" cy="300609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None/>
            </a:pPr>
            <a:r>
              <a:rPr lang="en-US" sz="1800" b="0" i="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TECHNOLOGY STACK</a:t>
            </a:r>
            <a:r>
              <a:rPr lang="en-US" sz="1600" b="0" i="0" dirty="0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125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Deep Learning Frameworks</a:t>
            </a: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Open Source NMT Libraries</a:t>
            </a: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Neural Network Architectures - Seq2Seq,BERT</a:t>
            </a: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Data Preparation Tools -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Tokenization,Cleaning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Word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Embeddings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GPU Acceleration</a:t>
            </a: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Language Resources</a:t>
            </a:r>
          </a:p>
          <a:p>
            <a:pPr marL="285750" indent="-285750" algn="just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Continuous Training and Fine-tuning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>
                <a:solidFill>
                  <a:schemeClr val="tx1"/>
                </a:solidFill>
              </a:rPr>
              <a:t>USE CASES:</a:t>
            </a:r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Cross-Cultural Communication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Localization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Customer Support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E-Learning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Knowledge Sharing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and Medical Translations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Public Services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Humanitarian Aid and NGOs </a:t>
            </a:r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231" name="Google Shape;231;p3"/>
          <p:cNvSpPr txBox="1"/>
          <p:nvPr/>
        </p:nvSpPr>
        <p:spPr>
          <a:xfrm>
            <a:off x="6096000" y="2286000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/>
              <a:buNone/>
            </a:pPr>
            <a:r>
              <a:rPr lang="en-US" sz="1800" b="0" i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DEPENDENCIES:</a:t>
            </a:r>
          </a:p>
        </p:txBody>
      </p:sp>
      <p:sp>
        <p:nvSpPr>
          <p:cNvPr id="232" name="Google Shape;232;p3"/>
          <p:cNvSpPr txBox="1"/>
          <p:nvPr/>
        </p:nvSpPr>
        <p:spPr>
          <a:xfrm>
            <a:off x="62483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High-Quality Bilingual Data</a:t>
            </a: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Linguistic Resources</a:t>
            </a: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Text Preprocessing Tools</a:t>
            </a: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Parallel Data Annotation</a:t>
            </a: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Hardware Resources - Adequate access to GPUs, TPUs</a:t>
            </a: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Neural Network Frameworks - </a:t>
            </a:r>
            <a:r>
              <a:rPr lang="en-US" b="0" i="0" dirty="0" err="1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TensorFlow</a:t>
            </a: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 or </a:t>
            </a:r>
            <a:r>
              <a:rPr lang="en-US" b="0" i="0" dirty="0" err="1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PyTorch</a:t>
            </a: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 </a:t>
            </a: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Pre-trained </a:t>
            </a:r>
            <a:r>
              <a:rPr lang="en-US" b="0" i="0" dirty="0" err="1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Embeddings</a:t>
            </a:r>
            <a:endParaRPr lang="en-US" b="0" i="0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Continuous Learning and Fine-tuning</a:t>
            </a:r>
          </a:p>
          <a:p>
            <a:pPr marL="285750" marR="0" lvl="0" indent="-285750" algn="l" rtl="0">
              <a:lnSpc>
                <a:spcPct val="120000"/>
              </a:lnSpc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User Interface and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Team Member Details </a:t>
            </a: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06209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Leader Name: </a:t>
            </a:r>
            <a:r>
              <a:rPr lang="en-US" sz="1200" b="1" dirty="0" smtClean="0">
                <a:solidFill>
                  <a:srgbClr val="5D7C3F"/>
                </a:solidFill>
              </a:rPr>
              <a:t>SHAIK MAHAMMAD THOFIQ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dirty="0"/>
              <a:t>Branch </a:t>
            </a:r>
            <a:r>
              <a:rPr lang="en-US" sz="1200" dirty="0" smtClean="0"/>
              <a:t>: BE</a:t>
            </a:r>
            <a:r>
              <a:rPr lang="en-US" sz="1200" dirty="0"/>
              <a:t>		Stream </a:t>
            </a:r>
            <a:r>
              <a:rPr lang="en-US" sz="1200" dirty="0" smtClean="0"/>
              <a:t>: CSE IOT</a:t>
            </a:r>
            <a:r>
              <a:rPr lang="en-US" sz="1200" dirty="0"/>
              <a:t>			</a:t>
            </a:r>
            <a:r>
              <a:rPr lang="en-US" sz="1200" dirty="0" smtClean="0"/>
              <a:t>Year: III</a:t>
            </a:r>
            <a:endParaRPr lang="en-US" sz="1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Member 1 Name: </a:t>
            </a:r>
            <a:r>
              <a:rPr lang="en-US" sz="1200" b="1" dirty="0" smtClean="0">
                <a:solidFill>
                  <a:srgbClr val="5D7C3F"/>
                </a:solidFill>
              </a:rPr>
              <a:t>T LOHITH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>
              <a:buSzPts val="1200"/>
            </a:pPr>
            <a:r>
              <a:rPr lang="en-US" sz="1200" dirty="0"/>
              <a:t>Branch : BE		Stream : CSE IOT			Year: III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 smtClean="0">
                <a:solidFill>
                  <a:srgbClr val="5D7C3F"/>
                </a:solidFill>
              </a:rPr>
              <a:t>Team </a:t>
            </a:r>
            <a:r>
              <a:rPr lang="en-US" sz="1200" b="1" dirty="0">
                <a:solidFill>
                  <a:srgbClr val="5D7C3F"/>
                </a:solidFill>
              </a:rPr>
              <a:t>Member 2 Name: </a:t>
            </a:r>
            <a:r>
              <a:rPr lang="en-US" sz="1200" b="1" dirty="0" smtClean="0">
                <a:solidFill>
                  <a:srgbClr val="5D7C3F"/>
                </a:solidFill>
              </a:rPr>
              <a:t>R </a:t>
            </a:r>
            <a:r>
              <a:rPr lang="en-US" sz="1200" b="1" dirty="0" smtClean="0">
                <a:solidFill>
                  <a:srgbClr val="5D7C3F"/>
                </a:solidFill>
              </a:rPr>
              <a:t>NIRANJAN </a:t>
            </a:r>
            <a:r>
              <a:rPr lang="en-US" sz="1200" b="1" dirty="0" smtClean="0">
                <a:solidFill>
                  <a:srgbClr val="5D7C3F"/>
                </a:solidFill>
              </a:rPr>
              <a:t>GOUD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>
              <a:buSzPts val="1200"/>
            </a:pPr>
            <a:r>
              <a:rPr lang="en-US" sz="1200" dirty="0"/>
              <a:t>Branch : BE		Stream : CSE </a:t>
            </a:r>
            <a:r>
              <a:rPr lang="en-US" sz="1200" dirty="0" smtClean="0"/>
              <a:t>IOT</a:t>
            </a:r>
            <a:r>
              <a:rPr lang="en-US" sz="1200" dirty="0"/>
              <a:t>			Year: III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 smtClean="0">
                <a:solidFill>
                  <a:srgbClr val="5D7C3F"/>
                </a:solidFill>
              </a:rPr>
              <a:t>Team </a:t>
            </a:r>
            <a:r>
              <a:rPr lang="en-US" sz="1200" b="1" dirty="0">
                <a:solidFill>
                  <a:srgbClr val="5D7C3F"/>
                </a:solidFill>
              </a:rPr>
              <a:t>Member 3 Name: </a:t>
            </a:r>
            <a:r>
              <a:rPr lang="en-US" sz="1200" b="1" dirty="0" smtClean="0">
                <a:solidFill>
                  <a:srgbClr val="5D7C3F"/>
                </a:solidFill>
              </a:rPr>
              <a:t>P SATHYA NARAYANA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>
              <a:buSzPts val="1200"/>
            </a:pPr>
            <a:r>
              <a:rPr lang="en-US" sz="1200" dirty="0"/>
              <a:t>Branch : BE		Stream : CSE IOT			Year: III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 smtClean="0">
                <a:solidFill>
                  <a:srgbClr val="5D7C3F"/>
                </a:solidFill>
              </a:rPr>
              <a:t>Team </a:t>
            </a:r>
            <a:r>
              <a:rPr lang="en-US" sz="1200" b="1" dirty="0">
                <a:solidFill>
                  <a:srgbClr val="5D7C3F"/>
                </a:solidFill>
              </a:rPr>
              <a:t>Member 4 Name: </a:t>
            </a:r>
            <a:r>
              <a:rPr lang="en-US" sz="1200" b="1" dirty="0" smtClean="0">
                <a:solidFill>
                  <a:srgbClr val="5D7C3F"/>
                </a:solidFill>
              </a:rPr>
              <a:t>S MAHESH KUMAR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>
              <a:buSzPts val="1200"/>
            </a:pPr>
            <a:r>
              <a:rPr lang="en-US" sz="1200" dirty="0"/>
              <a:t>Branch : BE		Stream : CSE IOT			Year: III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 smtClean="0">
                <a:solidFill>
                  <a:srgbClr val="5D7C3F"/>
                </a:solidFill>
              </a:rPr>
              <a:t>Team </a:t>
            </a:r>
            <a:r>
              <a:rPr lang="en-US" sz="1200" b="1" dirty="0">
                <a:solidFill>
                  <a:srgbClr val="5D7C3F"/>
                </a:solidFill>
              </a:rPr>
              <a:t>Member 5 Name: </a:t>
            </a:r>
            <a:r>
              <a:rPr lang="en-US" sz="1200" b="1" dirty="0" smtClean="0">
                <a:solidFill>
                  <a:srgbClr val="5D7C3F"/>
                </a:solidFill>
              </a:rPr>
              <a:t>HASTHA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>
              <a:buSzPts val="1200"/>
            </a:pPr>
            <a:r>
              <a:rPr lang="en-US" sz="1200" dirty="0"/>
              <a:t>Branch : BE		Stream : CSE </a:t>
            </a:r>
            <a:r>
              <a:rPr lang="en-US" sz="1200" dirty="0" smtClean="0"/>
              <a:t>AI/ML</a:t>
            </a:r>
            <a:r>
              <a:rPr lang="en-US" sz="1200" dirty="0"/>
              <a:t>			Year: III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lang="en-US" sz="1200" b="1" dirty="0" smtClean="0">
                <a:solidFill>
                  <a:srgbClr val="804160"/>
                </a:solidFill>
              </a:rPr>
              <a:t>Team </a:t>
            </a:r>
            <a:r>
              <a:rPr lang="en-US" sz="1200" b="1" dirty="0">
                <a:solidFill>
                  <a:srgbClr val="804160"/>
                </a:solidFill>
              </a:rPr>
              <a:t>Mentor 1 Name: </a:t>
            </a:r>
            <a:r>
              <a:rPr lang="en-US" sz="1200" b="1" dirty="0" err="1" smtClean="0">
                <a:solidFill>
                  <a:srgbClr val="804160"/>
                </a:solidFill>
              </a:rPr>
              <a:t>Dr.D.Menaka</a:t>
            </a:r>
            <a:endParaRPr lang="en-US" sz="1200" b="1" dirty="0">
              <a:solidFill>
                <a:srgbClr val="80416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dirty="0"/>
              <a:t>Category </a:t>
            </a:r>
            <a:r>
              <a:rPr lang="en-US" sz="1200" dirty="0" smtClean="0"/>
              <a:t>: Academic </a:t>
            </a:r>
            <a:r>
              <a:rPr lang="en-US" sz="1200" dirty="0"/>
              <a:t>			Expertise </a:t>
            </a:r>
            <a:r>
              <a:rPr lang="en-US" sz="1200" dirty="0" smtClean="0"/>
              <a:t>: AI, IOT, Data Science</a:t>
            </a:r>
            <a:r>
              <a:rPr lang="en-US" sz="1200" dirty="0"/>
              <a:t>		Domain Experience </a:t>
            </a:r>
            <a:r>
              <a:rPr lang="en-US" sz="1200" dirty="0" smtClean="0"/>
              <a:t>(</a:t>
            </a:r>
            <a:r>
              <a:rPr lang="en-US" sz="1200" dirty="0"/>
              <a:t>5</a:t>
            </a:r>
            <a:r>
              <a:rPr lang="en-US" sz="1200" dirty="0" smtClean="0"/>
              <a:t> </a:t>
            </a:r>
            <a:r>
              <a:rPr lang="en-US" sz="1200" dirty="0"/>
              <a:t>years):   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lang="en-US" sz="1200" b="1" dirty="0">
                <a:solidFill>
                  <a:srgbClr val="804160"/>
                </a:solidFill>
              </a:rPr>
              <a:t>Team Mentor 2 Name</a:t>
            </a:r>
            <a:r>
              <a:rPr lang="en-US" sz="1200" b="1" dirty="0" smtClean="0">
                <a:solidFill>
                  <a:srgbClr val="804160"/>
                </a:solidFill>
              </a:rPr>
              <a:t>: </a:t>
            </a:r>
            <a:r>
              <a:rPr lang="en-US" sz="1200" b="1" dirty="0" err="1" smtClean="0">
                <a:solidFill>
                  <a:srgbClr val="804160"/>
                </a:solidFill>
              </a:rPr>
              <a:t>Dr.T</a:t>
            </a:r>
            <a:r>
              <a:rPr lang="en-US" sz="1200" b="1" dirty="0" err="1" smtClean="0">
                <a:solidFill>
                  <a:srgbClr val="804160"/>
                </a:solidFill>
              </a:rPr>
              <a:t>.Naresh</a:t>
            </a:r>
            <a:r>
              <a:rPr lang="en-US" sz="1200" b="1" dirty="0" smtClean="0">
                <a:solidFill>
                  <a:srgbClr val="804160"/>
                </a:solidFill>
              </a:rPr>
              <a:t> Kumar</a:t>
            </a:r>
            <a:endParaRPr lang="en-US" sz="1200" b="1" dirty="0">
              <a:solidFill>
                <a:srgbClr val="804160"/>
              </a:solidFill>
            </a:endParaRPr>
          </a:p>
          <a:p>
            <a:pPr marL="0" lvl="0" indent="0">
              <a:buSzPts val="1200"/>
            </a:pPr>
            <a:r>
              <a:rPr lang="en-US" sz="1200" dirty="0"/>
              <a:t>Category : Academic </a:t>
            </a:r>
            <a:r>
              <a:rPr lang="en-US" sz="1200" dirty="0"/>
              <a:t>		 	Expertise </a:t>
            </a:r>
            <a:r>
              <a:rPr lang="en-US" sz="1200" dirty="0" smtClean="0"/>
              <a:t>: AI/ML/Robotics</a:t>
            </a:r>
            <a:r>
              <a:rPr lang="en-US" sz="1200" dirty="0"/>
              <a:t>		Domain Experience </a:t>
            </a:r>
            <a:r>
              <a:rPr lang="en-US" sz="1200" dirty="0" smtClean="0"/>
              <a:t>(</a:t>
            </a:r>
            <a:r>
              <a:rPr lang="en-US" sz="1200" dirty="0" smtClean="0"/>
              <a:t>11</a:t>
            </a:r>
            <a:r>
              <a:rPr lang="en-US" sz="1200" dirty="0" smtClean="0"/>
              <a:t> </a:t>
            </a:r>
            <a:r>
              <a:rPr lang="en-US" sz="1200" dirty="0"/>
              <a:t>years):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286</Words>
  <Application>Microsoft Office PowerPoint</Application>
  <PresentationFormat>Widescreen</PresentationFormat>
  <Paragraphs>64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Franklin Gothic</vt:lpstr>
      <vt:lpstr>Noto Sans Symbols</vt:lpstr>
      <vt:lpstr>Times New Roman</vt:lpstr>
      <vt:lpstr>Arial</vt:lpstr>
      <vt:lpstr>Libre Franklin</vt:lpstr>
      <vt:lpstr>Wingdings</vt:lpstr>
      <vt:lpstr>Calibri</vt:lpstr>
      <vt:lpstr>Theme1</vt:lpstr>
      <vt:lpstr>Basic Details of the Team and Problem Statement</vt:lpstr>
      <vt:lpstr>Idea/Approach Details</vt:lpstr>
      <vt:lpstr>Idea/Approach Details</vt:lpstr>
      <vt:lpstr>Team Member Details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online</cp:lastModifiedBy>
  <cp:revision>5</cp:revision>
  <dcterms:created xsi:type="dcterms:W3CDTF">2022-02-11T07:14:00Z</dcterms:created>
  <dcterms:modified xsi:type="dcterms:W3CDTF">2023-09-14T06:06:32Z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088A25ED264A4E8C9F86828039B930F5</vt:lpwstr>
  </property>
  <property fmtid="{D5CDD505-2E9C-101B-9397-08002B2CF9AE}" pid="4" name="KSOProductBuildVer">
    <vt:lpwstr>1033-11.2.0.11219</vt:lpwstr>
  </property>
</Properties>
</file>